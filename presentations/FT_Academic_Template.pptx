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5BF6CE-AE81-4249-9B20-5A7341EDE167}" v="1" dt="2026-01-18T13:31:52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254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Category A</c:v>
                </c:pt>
              </c:strCache>
            </c:strRef>
          </c:tx>
          <c:spPr>
            <a:solidFill>
              <a:srgbClr val="990F3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32</c:v>
                </c:pt>
                <c:pt idx="2">
                  <c:v>45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FC-4847-8056-E83CF561A5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Category B</c:v>
                </c:pt>
              </c:strCache>
            </c:strRef>
          </c:tx>
          <c:spPr>
            <a:solidFill>
              <a:srgbClr val="33302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25</c:v>
                </c:pt>
                <c:pt idx="1">
                  <c:v>38</c:v>
                </c:pt>
                <c:pt idx="2">
                  <c:v>35</c:v>
                </c:pt>
                <c:pt idx="3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FC-4847-8056-E83CF561A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635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5604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4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990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Times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33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Presentation Title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Subtitle or Research Topic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588843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Name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Institution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035040"/>
            <a:ext cx="9144000" cy="457200"/>
          </a:xfrm>
          <a:prstGeom prst="rect">
            <a:avLst/>
          </a:prstGeom>
          <a:solidFill>
            <a:srgbClr val="990F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99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43632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Title</a:t>
            </a:r>
            <a:endParaRPr 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1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90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Slide Title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22341"/>
            <a:ext cx="8229600" cy="27432"/>
          </a:xfrm>
          <a:prstGeom prst="rect">
            <a:avLst/>
          </a:prstGeom>
          <a:solidFill>
            <a:srgbClr val="990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695297"/>
            <a:ext cx="7315200" cy="4412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4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Key Point One</a:t>
            </a:r>
            <a:endParaRPr lang="en-US" sz="2400" dirty="0"/>
          </a:p>
          <a:p>
            <a:pPr marL="0" indent="0">
              <a:lnSpc>
                <a:spcPts val="3200"/>
              </a:lnSpc>
              <a:buNone/>
            </a:pPr>
            <a:endParaRPr lang="en-US" sz="24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4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Key Point Two</a:t>
            </a:r>
            <a:endParaRPr lang="en-US" sz="2400" dirty="0"/>
          </a:p>
          <a:p>
            <a:pPr marL="0" indent="0">
              <a:lnSpc>
                <a:spcPts val="3200"/>
              </a:lnSpc>
              <a:buNone/>
            </a:pPr>
            <a:endParaRPr lang="en-US" sz="24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4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Key Point Three</a:t>
            </a:r>
            <a:endParaRPr lang="en-US" sz="2400" dirty="0"/>
          </a:p>
          <a:p>
            <a:pPr marL="0" indent="0">
              <a:lnSpc>
                <a:spcPts val="3200"/>
              </a:lnSpc>
              <a:buNone/>
            </a:pPr>
            <a:endParaRPr lang="en-US" sz="24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4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Key Point Four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141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90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Two-Column Layout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35064"/>
            <a:ext cx="8229600" cy="27432"/>
          </a:xfrm>
          <a:prstGeom prst="rect">
            <a:avLst/>
          </a:prstGeom>
          <a:solidFill>
            <a:srgbClr val="990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6819" y="858898"/>
            <a:ext cx="3931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Left Column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Point A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Point B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Point 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5899" y="858898"/>
            <a:ext cx="27432" cy="4114800"/>
          </a:xfrm>
          <a:prstGeom prst="rect">
            <a:avLst/>
          </a:prstGeom>
          <a:solidFill>
            <a:srgbClr val="990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04499" y="858898"/>
            <a:ext cx="3931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Column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Point X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Point 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Point Z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90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&amp; Text Layout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35064"/>
            <a:ext cx="8229600" cy="27432"/>
          </a:xfrm>
          <a:prstGeom prst="rect">
            <a:avLst/>
          </a:prstGeom>
          <a:solidFill>
            <a:srgbClr val="990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12874"/>
            <a:ext cx="5029200" cy="3657600"/>
          </a:xfrm>
          <a:prstGeom prst="rect">
            <a:avLst/>
          </a:prstGeom>
          <a:solidFill>
            <a:srgbClr val="FDE8D7"/>
          </a:solidFill>
          <a:ln w="25400">
            <a:solidFill>
              <a:srgbClr val="990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667354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[Insert Image Here]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0" y="1112874"/>
            <a:ext cx="30175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your descriptive text here to explain the image or provide additional context.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and analysis.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30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90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Visualization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28472"/>
            <a:ext cx="8229600" cy="27432"/>
          </a:xfrm>
          <a:prstGeom prst="rect">
            <a:avLst/>
          </a:prstGeom>
          <a:solidFill>
            <a:srgbClr val="990F3D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593050846"/>
              </p:ext>
            </p:extLst>
          </p:nvPr>
        </p:nvGraphicFramePr>
        <p:xfrm>
          <a:off x="914400" y="1141228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69581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990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358301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333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455581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Name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your.email@institution.edu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Institution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741581"/>
            <a:ext cx="9144000" cy="457200"/>
          </a:xfrm>
          <a:prstGeom prst="rect">
            <a:avLst/>
          </a:prstGeom>
          <a:solidFill>
            <a:srgbClr val="990F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 Presentation FT Sty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ademic Presentation FT Style" id="{402D9630-9D45-4B87-9657-7714A11E4C71}" vid="{6C54E28C-11F3-427C-A6C6-17EADD405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 FT Style</Template>
  <TotalTime>1</TotalTime>
  <Words>113</Words>
  <Application>Microsoft Office PowerPoint</Application>
  <PresentationFormat>On-screen Show (16:9)</PresentationFormat>
  <Paragraphs>46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Georgia</vt:lpstr>
      <vt:lpstr>Academic Presentation FT Style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Financial Times Style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FT Academic Template</dc:title>
  <dc:subject>Academic Presentation</dc:subject>
  <dc:creator>FT Academic Template</dc:creator>
  <cp:lastModifiedBy>Heeyoung Lee</cp:lastModifiedBy>
  <cp:revision>2</cp:revision>
  <dcterms:created xsi:type="dcterms:W3CDTF">2026-01-18T13:24:14Z</dcterms:created>
  <dcterms:modified xsi:type="dcterms:W3CDTF">2026-01-18T13:32:00Z</dcterms:modified>
</cp:coreProperties>
</file>